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1" r:id="rId3"/>
    <p:sldId id="264" r:id="rId4"/>
    <p:sldId id="260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010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fig_scaling_g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2595"/>
            <a:ext cx="9144000" cy="33940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294380" y="1614805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66040" y="1614805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9385" y="1614805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pter01_local_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6425"/>
            <a:ext cx="9144000" cy="5645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_space_ti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0845"/>
            <a:ext cx="9144000" cy="60356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744085" y="346710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37465" y="346710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33655" y="3206115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45355" y="3148965"/>
            <a:ext cx="5676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b="1" sz="1600">
                <a:latin typeface="Arial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宽屏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邵东一中_张锦程</cp:lastModifiedBy>
  <cp:revision>43</cp:revision>
  <dcterms:created xsi:type="dcterms:W3CDTF">2023-08-09T12:44:00Z</dcterms:created>
  <dcterms:modified xsi:type="dcterms:W3CDTF">2026-05-28T00:15:34Z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F951B98DC2504E99AC8F256EF7E65BFC_12</vt:lpwstr>
  </property>
</Properties>
</file>