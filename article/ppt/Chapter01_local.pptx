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61" r:id="rId3"/>
    <p:sldId id="264" r:id="rId4"/>
    <p:sldId id="260" r:id="rId5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101"/>
    <a:srgbClr val="010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fig_scaling_gap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712595"/>
            <a:ext cx="9144000" cy="3394075"/>
          </a:xfrm>
          <a:prstGeom prst="rect">
            <a:avLst/>
          </a:prstGeom>
        </p:spPr>
      </p:pic>
      <p:sp>
        <p:nvSpPr>
          <p:cNvPr id="15" name="文本框 14"/>
          <p:cNvSpPr txBox="1"/>
          <p:nvPr/>
        </p:nvSpPr>
        <p:spPr>
          <a:xfrm>
            <a:off x="3294380" y="1614805"/>
            <a:ext cx="5676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-66040" y="1614805"/>
            <a:ext cx="5676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6509385" y="1614805"/>
            <a:ext cx="5676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hapter01_local_0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06425"/>
            <a:ext cx="9144000" cy="56451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fig_space_tim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410845"/>
            <a:ext cx="9144000" cy="6035675"/>
          </a:xfrm>
          <a:prstGeom prst="rect">
            <a:avLst/>
          </a:prstGeom>
        </p:spPr>
      </p:pic>
      <p:sp>
        <p:nvSpPr>
          <p:cNvPr id="15" name="文本框 14"/>
          <p:cNvSpPr txBox="1"/>
          <p:nvPr/>
        </p:nvSpPr>
        <p:spPr>
          <a:xfrm>
            <a:off x="4744085" y="346710"/>
            <a:ext cx="5676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-37465" y="346710"/>
            <a:ext cx="5676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-33655" y="3206115"/>
            <a:ext cx="5676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745355" y="3148965"/>
            <a:ext cx="5676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</Words>
  <Application>WPS 演示</Application>
  <PresentationFormat>宽屏</PresentationFormat>
  <Paragraphs>14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0" baseType="lpstr">
      <vt:lpstr>Arial</vt:lpstr>
      <vt:lpstr>宋体</vt:lpstr>
      <vt:lpstr>Wingdings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邵东一中_张锦程</cp:lastModifiedBy>
  <cp:revision>43</cp:revision>
  <dcterms:created xsi:type="dcterms:W3CDTF">2023-08-09T12:44:00Z</dcterms:created>
  <dcterms:modified xsi:type="dcterms:W3CDTF">2026-05-28T00:15:34Z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F951B98DC2504E99AC8F256EF7E65BFC_12</vt:lpwstr>
  </property>
</Properties>
</file>