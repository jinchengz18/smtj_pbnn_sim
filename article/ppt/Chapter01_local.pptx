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1" r:id="rId3"/>
    <p:sldId id="264" r:id="rId4"/>
    <p:sldId id="260" r:id="rId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fig_scaling_ga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12595"/>
            <a:ext cx="9144000" cy="33940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294380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6040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509385" y="161480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hapter01_local_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06425"/>
            <a:ext cx="9144000" cy="5645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fig_space_ti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10845"/>
            <a:ext cx="9144000" cy="603567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4744085" y="346710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37465" y="346710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-33655" y="320611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745355" y="3148965"/>
            <a:ext cx="5676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WPS 演示</Application>
  <PresentationFormat>宽屏</PresentationFormat>
  <Paragraphs>14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43</cp:revision>
  <dcterms:created xsi:type="dcterms:W3CDTF">2023-08-09T12:44:00Z</dcterms:created>
  <dcterms:modified xsi:type="dcterms:W3CDTF">2026-05-28T00:15:34Z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