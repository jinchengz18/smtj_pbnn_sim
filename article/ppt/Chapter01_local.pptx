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1" r:id="rId3"/>
    <p:sldId id="264" r:id="rId4"/>
    <p:sldId id="260" r:id="rId5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fig_scaling_ga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712595"/>
            <a:ext cx="9144000" cy="3394075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3294380" y="1614805"/>
            <a:ext cx="56769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66040" y="1614805"/>
            <a:ext cx="56769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509385" y="1614805"/>
            <a:ext cx="56769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hapter01_local_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06425"/>
            <a:ext cx="9144000" cy="5645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fig_space_tim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10845"/>
            <a:ext cx="9144000" cy="6035675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4744085" y="346710"/>
            <a:ext cx="56769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37465" y="346710"/>
            <a:ext cx="56769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-33655" y="3206115"/>
            <a:ext cx="56769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745355" y="3148965"/>
            <a:ext cx="56769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</Words>
  <Application>WPS 演示</Application>
  <PresentationFormat>宽屏</PresentationFormat>
  <Paragraphs>14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0" baseType="lpstr">
      <vt:lpstr>Arial</vt:lpstr>
      <vt:lpstr>宋体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43</cp:revision>
  <dcterms:created xsi:type="dcterms:W3CDTF">2023-08-09T12:44:00Z</dcterms:created>
  <dcterms:modified xsi:type="dcterms:W3CDTF">2026-05-28T00:15:34Z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