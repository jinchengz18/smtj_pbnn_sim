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5a_fashion_mnis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521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4869" y="682137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0786" y="682137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5a_cifar10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521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4869" y="682137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0786" y="682137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6a_fashion_mnist_sweep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538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816" y="342026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0015" y="342026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6a_cifar10_sweep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538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816" y="342026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0015" y="342026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