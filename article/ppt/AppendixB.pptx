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05a_fashion_mnist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8686800" cy="352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4869" y="682137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0786" y="682137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05a_cifar10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8686800" cy="352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4869" y="682137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0786" y="682137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06a_fashion_mnist_sweep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8686800" cy="3538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816" y="342026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0015" y="342026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06a_cifar10_sweep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8686800" cy="3538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816" y="342026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0015" y="342026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