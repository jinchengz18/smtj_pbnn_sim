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0" r:id="rId6"/>
    <p:sldId id="266" r:id="rId7"/>
    <p:sldId id="267" r:id="rId8"/>
    <p:sldId id="268" r:id="rId9"/>
    <p:sldId id="263" r:id="rId10"/>
    <p:sldId id="272" r:id="rId11"/>
    <p:sldId id="257" r:id="rId12"/>
    <p:sldId id="273" r:id="rId13"/>
    <p:sldId id="274" r:id="rId14"/>
    <p:sldId id="275" r:id="rId15"/>
    <p:sldId id="271" r:id="rId16"/>
    <p:sldId id="282" r:id="rId17"/>
    <p:sldId id="276" r:id="rId18"/>
    <p:sldId id="277" r:id="rId19"/>
    <p:sldId id="278" r:id="rId20"/>
    <p:sldId id="283" r:id="rId21"/>
    <p:sldId id="279" r:id="rId22"/>
    <p:sldId id="280" r:id="rId23"/>
    <p:sldId id="281" r:id="rId24"/>
    <p:sldId id="284" r:id="rId28"/>
    <p:sldId id="285" r:id="rId29"/>
    <p:sldId id="286" r:id="rId30"/>
    <p:sldId id="287" r:id="rId31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FIG:14:VECTOR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6.png"/><Relationship Id="rId3" Type="http://schemas.openxmlformats.org/officeDocument/2006/relationships/tags" Target="../tags/tag2.xml"/><Relationship Id="rId4" Type="http://schemas.openxmlformats.org/officeDocument/2006/relationships/image" Target="../media/image17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18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image" Target="../media/image41.png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image" Target="../media/image42.png"/><Relationship Id="rId6" Type="http://schemas.openxmlformats.org/officeDocument/2006/relationships/tags" Target="../tags/tag9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Relationship Id="rId9" Type="http://schemas.openxmlformats.org/officeDocument/2006/relationships/image" Target="../media/image5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5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4" Type="http://schemas.openxmlformats.org/officeDocument/2006/relationships/image" Target="../media/image69.png"/><Relationship Id="rId5" Type="http://schemas.openxmlformats.org/officeDocument/2006/relationships/image" Target="../media/image7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65.png"/><Relationship Id="rId5" Type="http://schemas.openxmlformats.org/officeDocument/2006/relationships/image" Target="../media/image6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rcRect t="8854" b="2523"/>
          <a:stretch>
            <a:fillRect/>
          </a:stretch>
        </p:blipFill>
        <p:spPr>
          <a:xfrm>
            <a:off x="0" y="876300"/>
            <a:ext cx="9144000" cy="56883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 t="7593"/>
          <a:stretch>
            <a:fillRect/>
          </a:stretch>
        </p:blipFill>
        <p:spPr>
          <a:xfrm>
            <a:off x="0" y="1247775"/>
            <a:ext cx="9144000" cy="47529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t="7582" b="4204"/>
          <a:stretch>
            <a:fillRect/>
          </a:stretch>
        </p:blipFill>
        <p:spPr>
          <a:xfrm>
            <a:off x="3810" y="423545"/>
            <a:ext cx="9140190" cy="492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605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605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7870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953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87688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57913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953" y="340106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87688" y="340106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57913" y="343725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4381"/>
          <a:stretch>
            <a:fillRect/>
          </a:stretch>
        </p:blipFill>
        <p:spPr>
          <a:xfrm>
            <a:off x="0" y="1104900"/>
            <a:ext cx="9144000" cy="51708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4_local_1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0000" y="502920"/>
            <a:ext cx="598400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2810256" cy="2421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6872" y="502920"/>
            <a:ext cx="2810256" cy="2382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5144" y="502920"/>
            <a:ext cx="2810256" cy="24511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36007" y="502920"/>
            <a:ext cx="4279392" cy="35064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66872" y="502920"/>
            <a:ext cx="2810256" cy="25203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5144" y="502920"/>
            <a:ext cx="2810256" cy="2490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4_local_1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5171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502920"/>
            <a:ext cx="8686800" cy="23772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2203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9374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3230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mode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502920"/>
            <a:ext cx="8686800" cy="46626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84962" y="712741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962" y="2782976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al_model_consistenc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61281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502920"/>
            <a:ext cx="4279392" cy="30847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6007" y="502920"/>
            <a:ext cx="4279392" cy="25700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502920"/>
            <a:ext cx="86868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8063" y="40148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5476" y="40148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2340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9875" y="28664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90566" y="28664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01256" y="28664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8686800" cy="3375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82230" y="36081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83387" y="36081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6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7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8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9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WPS 演示</Application>
  <PresentationFormat>宽屏</PresentationFormat>
  <Paragraphs>88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165</cp:revision>
  <dcterms:created xsi:type="dcterms:W3CDTF">2023-08-09T12:44:00Z</dcterms:created>
  <dcterms:modified xsi:type="dcterms:W3CDTF">2026-07-08T08:45:59Z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