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4" r:id="rId6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21"/>
    <p:sldId id="277" r:id="rId22"/>
    <p:sldId id="278" r:id="rId2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1_device_calibration"/>
          <p:cNvPicPr>
            <a:picLocks noChangeAspect="1"/>
          </p:cNvPicPr>
          <p:nvPr/>
        </p:nvPicPr>
        <p:blipFill>
          <a:blip r:embed="rId1"/>
          <a:srcRect t="3903"/>
          <a:stretch>
            <a:fillRect/>
          </a:stretch>
        </p:blipFill>
        <p:spPr>
          <a:xfrm>
            <a:off x="209709" y="1389698"/>
            <a:ext cx="4492943" cy="3213259"/>
          </a:xfrm>
          <a:prstGeom prst="rect">
            <a:avLst/>
          </a:prstGeom>
        </p:spPr>
      </p:pic>
      <p:pic>
        <p:nvPicPr>
          <p:cNvPr id="5" name="图片 4" descr="03_nb_cross_pulse_wid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241" y="1667351"/>
            <a:ext cx="4165759" cy="26574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47625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870609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741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276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6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4556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8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8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671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