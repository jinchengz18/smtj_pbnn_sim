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6"/>
    <p:sldId id="277" r:id="rId21"/>
    <p:sldId id="278" r:id="rId2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5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5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276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5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663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7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26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