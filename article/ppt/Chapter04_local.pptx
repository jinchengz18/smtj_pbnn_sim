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21"/>
    <p:sldId id="277" r:id="rId22"/>
    <p:sldId id="278" r:id="rId2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28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1988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6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1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8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8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277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