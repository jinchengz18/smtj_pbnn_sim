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40233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04_16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11480"/>
            <a:ext cx="3837431" cy="324196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" y="27432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3F2A7A"/>
                </a:solidFill>
              </a:rPr>
              <a:t>(a)</a:t>
            </a:r>
          </a:p>
        </p:txBody>
      </p:sp>
      <p:pic>
        <p:nvPicPr>
          <p:cNvPr id="4" name="Picture 3" descr="ch04_16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5760" y="411480"/>
            <a:ext cx="3837431" cy="310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75760" y="27432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3F2A7A"/>
                </a:solidFill>
              </a:rPr>
              <a:t>(b)</a:t>
            </a:r>
          </a:p>
        </p:txBody>
      </p:sp>
      <p:pic>
        <p:nvPicPr>
          <p:cNvPr id="6" name="Picture 5" descr="ch04_16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2920" y="411480"/>
            <a:ext cx="3837431" cy="33532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22920" y="27432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3F2A7A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04_18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11480"/>
            <a:ext cx="3837431" cy="31808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" y="27432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3F2A7A"/>
                </a:solidFill>
              </a:rPr>
              <a:t>(a)</a:t>
            </a:r>
          </a:p>
        </p:txBody>
      </p:sp>
      <p:pic>
        <p:nvPicPr>
          <p:cNvPr id="4" name="Picture 3" descr="ch04_18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5760" y="411480"/>
            <a:ext cx="3837431" cy="3231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75760" y="27432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3F2A7A"/>
                </a:solidFill>
              </a:rPr>
              <a:t>(b)</a:t>
            </a:r>
          </a:p>
        </p:txBody>
      </p:sp>
      <p:pic>
        <p:nvPicPr>
          <p:cNvPr id="6" name="Picture 5" descr="ch04_18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2920" y="411480"/>
            <a:ext cx="3837431" cy="32035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22920" y="27432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3F2A7A"/>
                </a:solidFill>
              </a:rPr>
              <a:t>(c)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