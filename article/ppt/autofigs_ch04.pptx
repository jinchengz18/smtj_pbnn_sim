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402336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04_16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11480"/>
            <a:ext cx="3837431" cy="324196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137160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4" name="Picture 3" descr="ch04_16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5760" y="411480"/>
            <a:ext cx="3837431" cy="310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21480" y="137160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6" name="Picture 5" descr="ch04_16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2920" y="411480"/>
            <a:ext cx="3837431" cy="33532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640" y="137160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04_18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11480"/>
            <a:ext cx="3837431" cy="316401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137160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4" name="Picture 3" descr="ch04_18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5760" y="411480"/>
            <a:ext cx="3837431" cy="32115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21480" y="137160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6" name="Picture 5" descr="ch04_18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2920" y="411480"/>
            <a:ext cx="3837431" cy="32324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640" y="137160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