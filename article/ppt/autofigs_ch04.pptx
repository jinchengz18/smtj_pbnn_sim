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47548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04_16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58368"/>
            <a:ext cx="3837431" cy="32419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" y="2743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3F2A7A"/>
                </a:solidFill>
              </a:rPr>
              <a:t>(a)</a:t>
            </a:r>
          </a:p>
        </p:txBody>
      </p:sp>
      <p:pic>
        <p:nvPicPr>
          <p:cNvPr id="4" name="Picture 3" descr="ch04_16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760" y="658368"/>
            <a:ext cx="3837431" cy="310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75760" y="2743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3F2A7A"/>
                </a:solidFill>
              </a:rPr>
              <a:t>(b)</a:t>
            </a:r>
          </a:p>
        </p:txBody>
      </p:sp>
      <p:pic>
        <p:nvPicPr>
          <p:cNvPr id="6" name="Picture 5" descr="ch04_16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920" y="658368"/>
            <a:ext cx="3837431" cy="33532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22920" y="2743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3F2A7A"/>
                </a:solidFill>
              </a:rPr>
              <a:t>(c)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7315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F2A7A"/>
                </a:solidFill>
              </a:rPr>
              <a:t>图 4.16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04_18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58368"/>
            <a:ext cx="3837431" cy="31808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" y="2743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3F2A7A"/>
                </a:solidFill>
              </a:rPr>
              <a:t>(a)</a:t>
            </a:r>
          </a:p>
        </p:txBody>
      </p:sp>
      <p:pic>
        <p:nvPicPr>
          <p:cNvPr id="4" name="Picture 3" descr="ch04_18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760" y="658368"/>
            <a:ext cx="3837431" cy="32317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75760" y="2743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3F2A7A"/>
                </a:solidFill>
              </a:rPr>
              <a:t>(b)</a:t>
            </a:r>
          </a:p>
        </p:txBody>
      </p:sp>
      <p:pic>
        <p:nvPicPr>
          <p:cNvPr id="6" name="Picture 5" descr="ch04_18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920" y="658368"/>
            <a:ext cx="3837431" cy="32035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22920" y="2743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3F2A7A"/>
                </a:solidFill>
              </a:rPr>
              <a:t>(c)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7315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F2A7A"/>
                </a:solidFill>
              </a:rPr>
              <a:t>图 4.18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