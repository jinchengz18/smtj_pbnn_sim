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402336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05_09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411480"/>
            <a:ext cx="3837431" cy="36210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" y="137160"/>
            <a:ext cx="9144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4" name="Picture 3" descr="ch05_09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5760" y="411480"/>
            <a:ext cx="3837431" cy="32070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21480" y="137160"/>
            <a:ext cx="9144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  <p:pic>
        <p:nvPicPr>
          <p:cNvPr id="6" name="Picture 5" descr="ch05_09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2920" y="411480"/>
            <a:ext cx="3837431" cy="32259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640" y="137160"/>
            <a:ext cx="9144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(c)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