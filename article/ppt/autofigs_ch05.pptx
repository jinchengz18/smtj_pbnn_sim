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4023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05_09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11480"/>
            <a:ext cx="3837431" cy="36210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274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3F2A7A"/>
                </a:solidFill>
              </a:rPr>
              <a:t>(a)</a:t>
            </a:r>
          </a:p>
        </p:txBody>
      </p:sp>
      <p:pic>
        <p:nvPicPr>
          <p:cNvPr id="4" name="Picture 3" descr="ch05_09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60" y="411480"/>
            <a:ext cx="3837431" cy="32070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75760" y="274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3F2A7A"/>
                </a:solidFill>
              </a:rPr>
              <a:t>(b)</a:t>
            </a:r>
          </a:p>
        </p:txBody>
      </p:sp>
      <p:pic>
        <p:nvPicPr>
          <p:cNvPr id="6" name="Picture 5" descr="ch05_09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20" y="411480"/>
            <a:ext cx="3837431" cy="32259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2920" y="2743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3F2A7A"/>
                </a:solidFill>
              </a:rPr>
              <a:t>(c)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