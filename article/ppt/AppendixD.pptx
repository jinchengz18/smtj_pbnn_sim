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sar_capdac_switch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8686800" cy="38449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7595" y="816664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64033" y="816664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