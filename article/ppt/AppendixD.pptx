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ar_capdac_swi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38449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595" y="816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64033" y="816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