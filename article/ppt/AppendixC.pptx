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21_seed_indepen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8686800" cy="59949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20091" y="336323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36599" y="336323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091" y="3328151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36599" y="3328151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