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FIG:01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21_seed_indepen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02920"/>
            <a:ext cx="8686800" cy="59949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0091" y="336323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36599" y="336323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091" y="3328151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36599" y="3328151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400">
                <a:solidFill>
                  <a:srgbClr val="202020"/>
                </a:solidFill>
              </a:rPr>
              <a:t>(d)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