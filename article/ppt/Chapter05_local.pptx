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3" r:id="rId3"/>
    <p:sldId id="265" r:id="rId5"/>
    <p:sldId id="266" r:id="rId6"/>
    <p:sldId id="267" r:id="rId7"/>
    <p:sldId id="268" r:id="rId8"/>
    <p:sldId id="269" r:id="rId9"/>
    <p:sldId id="270" r:id="rId10"/>
    <p:sldId id="272" r:id="rId11"/>
    <p:sldId id="271" r:id="rId12"/>
    <p:sldId id="273" r:id="rId13"/>
    <p:sldId id="274" r:id="rId17"/>
    <p:sldId id="275" r:id="rId18"/>
    <p:sldId id="276" r:id="rId19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101"/>
    <a:srgbClr val="010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FIG:08:VECTOR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FIG:10:VECTOR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7.xml"/><Relationship Id="rId5" Type="http://schemas.openxmlformats.org/officeDocument/2006/relationships/notesSlide" Target="../notesSlides/notesSlide9.xml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1" name="图片 10" descr="05_reservoir_computing_principl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530" y="342900"/>
            <a:ext cx="8967470" cy="634238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3070701" y="343011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>
                <a:latin typeface="Arial"/>
              </a:rPr>
              <a:t>(c)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222841" y="342947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>
                <a:latin typeface="Arial"/>
              </a:rPr>
              <a:t>(d)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-90329" y="343011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>
                <a:latin typeface="Arial"/>
              </a:rPr>
              <a:t>(b)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-90329" y="22971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>
                <a:latin typeface="Arial"/>
              </a:rPr>
              <a:t>(a)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8" name="组合 17"/>
          <p:cNvGrpSpPr/>
          <p:nvPr/>
        </p:nvGrpSpPr>
        <p:grpSpPr>
          <a:xfrm>
            <a:off x="0" y="1245235"/>
            <a:ext cx="9144000" cy="4753610"/>
            <a:chOff x="0" y="1961"/>
            <a:chExt cx="14400" cy="7486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522"/>
            <a:stretch>
              <a:fillRect/>
            </a:stretch>
          </p:blipFill>
          <p:spPr>
            <a:xfrm>
              <a:off x="0" y="1961"/>
              <a:ext cx="14400" cy="7487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495" y="2017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1495" y="5736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6313" y="5734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1047" y="5741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11459" y="2019"/>
              <a:ext cx="295" cy="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6009" y="1999"/>
              <a:ext cx="295" cy="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13506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13442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13506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511550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51155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547745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5_rc_device_optimization"/>
          <p:cNvPicPr>
            <a:picLocks noChangeAspect="1"/>
          </p:cNvPicPr>
          <p:nvPr/>
        </p:nvPicPr>
        <p:blipFill>
          <a:blip r:embed="rId1"/>
          <a:srcRect t="5517"/>
          <a:stretch>
            <a:fillRect/>
          </a:stretch>
        </p:blipFill>
        <p:spPr>
          <a:xfrm>
            <a:off x="0" y="515620"/>
            <a:ext cx="9144000" cy="618807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36036" y="51546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413885" y="51546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6036" y="354822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396740" y="354822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60400"/>
            <a:ext cx="9144000" cy="6042660"/>
            <a:chOff x="0" y="1040"/>
            <a:chExt cx="14400" cy="9516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736"/>
            <a:stretch>
              <a:fillRect/>
            </a:stretch>
          </p:blipFill>
          <p:spPr>
            <a:xfrm>
              <a:off x="0" y="1040"/>
              <a:ext cx="14400" cy="10315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2182" y="104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274" y="104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9161" y="5792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785" y="580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47466" y="49831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79620" y="49831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7466" y="355965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73905" y="355965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7_rc_robustness"/>
          <p:cNvPicPr>
            <a:picLocks noChangeAspect="1"/>
          </p:cNvPicPr>
          <p:nvPr/>
        </p:nvPicPr>
        <p:blipFill>
          <a:blip r:embed="rId1"/>
          <a:srcRect t="7328"/>
          <a:stretch>
            <a:fillRect/>
          </a:stretch>
        </p:blipFill>
        <p:spPr>
          <a:xfrm>
            <a:off x="0" y="640715"/>
            <a:ext cx="9144000" cy="605472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66834" y="48688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73905" y="48688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-66834" y="351393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73905" y="351393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191770"/>
            <a:ext cx="9144000" cy="6525895"/>
            <a:chOff x="0" y="1007"/>
            <a:chExt cx="14400" cy="10277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259"/>
            <a:stretch>
              <a:fillRect/>
            </a:stretch>
          </p:blipFill>
          <p:spPr>
            <a:xfrm>
              <a:off x="0" y="1007"/>
              <a:ext cx="14400" cy="10277"/>
            </a:xfrm>
            <a:prstGeom prst="rect">
              <a:avLst/>
            </a:prstGeom>
          </p:spPr>
        </p:pic>
        <p:sp>
          <p:nvSpPr>
            <p:cNvPr id="7" name="矩形 6"/>
            <p:cNvSpPr/>
            <p:nvPr/>
          </p:nvSpPr>
          <p:spPr>
            <a:xfrm>
              <a:off x="2424" y="580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9451" y="580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9684" y="7921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631055" y="7921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-9684" y="330628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631055" y="330628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6_rc_hardware_ppa"/>
          <p:cNvPicPr>
            <a:picLocks noChangeAspect="1"/>
          </p:cNvPicPr>
          <p:nvPr/>
        </p:nvPicPr>
        <p:blipFill>
          <a:blip r:embed="rId1"/>
          <a:srcRect t="7553"/>
          <a:stretch>
            <a:fillRect/>
          </a:stretch>
        </p:blipFill>
        <p:spPr>
          <a:xfrm>
            <a:off x="0" y="659765"/>
            <a:ext cx="9144000" cy="6031230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30321" y="52117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91050" y="52117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0321" y="349107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91050" y="349107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pter05_local_08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8686800" cy="454082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502920"/>
            <a:ext cx="2810256" cy="28998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66872" y="502920"/>
            <a:ext cx="2810256" cy="23643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05144" y="502920"/>
            <a:ext cx="2810256" cy="23690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pter05_local_10.png"/>
          <p:cNvPicPr>
            <a:picLocks noChangeAspect="1"/>
          </p:cNvPicPr>
          <p:nvPr/>
        </p:nvPicPr>
        <p:blipFill>
          <a:blip r:embed="rId1"/>
          <a:srcRect t="13409"/>
          <a:stretch>
            <a:fillRect/>
          </a:stretch>
        </p:blipFill>
        <p:spPr>
          <a:xfrm>
            <a:off x="228600" y="1073150"/>
            <a:ext cx="8686800" cy="368236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8686800" cy="33760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1841" y="361670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54206" y="361670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8686800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11505" y="40148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92360" y="40148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34_dualmode_working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8686800" cy="6032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</Words>
  <Application>WPS 演示</Application>
  <PresentationFormat>宽屏</PresentationFormat>
  <Paragraphs>66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Arial</vt:lpstr>
      <vt:lpstr>宋体</vt:lpstr>
      <vt:lpstr>Wingdings</vt:lpstr>
      <vt:lpstr>Arial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103</cp:revision>
  <dcterms:created xsi:type="dcterms:W3CDTF">2023-08-09T12:44:00Z</dcterms:created>
  <dcterms:modified xsi:type="dcterms:W3CDTF">2026-07-08T14:19:17Z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F951B98DC2504E99AC8F256EF7E65BFC_12</vt:lpwstr>
  </property>
</Properties>
</file>