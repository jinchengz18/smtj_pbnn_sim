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3" r:id="rId3"/>
    <p:sldId id="265" r:id="rId5"/>
    <p:sldId id="266" r:id="rId6"/>
    <p:sldId id="267" r:id="rId7"/>
    <p:sldId id="268" r:id="rId8"/>
    <p:sldId id="269" r:id="rId9"/>
    <p:sldId id="270" r:id="rId10"/>
    <p:sldId id="272" r:id="rId11"/>
    <p:sldId id="271" r:id="rId12"/>
    <p:sldId id="273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" name="图片 10" descr="05_reservoir_computing_princip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342900"/>
            <a:ext cx="8967470" cy="634238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070701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294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90329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90329" y="2297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5_rc_device_optimization"/>
          <p:cNvPicPr>
            <a:picLocks noChangeAspect="1"/>
          </p:cNvPicPr>
          <p:nvPr/>
        </p:nvPicPr>
        <p:blipFill>
          <a:blip r:embed="rId1"/>
          <a:srcRect t="5517"/>
          <a:stretch>
            <a:fillRect/>
          </a:stretch>
        </p:blipFill>
        <p:spPr>
          <a:xfrm>
            <a:off x="0" y="515620"/>
            <a:ext cx="9144000" cy="618807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951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7_rc_robustness"/>
          <p:cNvPicPr>
            <a:picLocks noChangeAspect="1"/>
          </p:cNvPicPr>
          <p:nvPr/>
        </p:nvPicPr>
        <p:blipFill>
          <a:blip r:embed="rId1"/>
          <a:srcRect t="7328"/>
          <a:stretch>
            <a:fillRect/>
          </a:stretch>
        </p:blipFill>
        <p:spPr>
          <a:xfrm>
            <a:off x="0" y="640715"/>
            <a:ext cx="9144000" cy="60547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191770"/>
            <a:ext cx="9144000" cy="6525895"/>
            <a:chOff x="0" y="1007"/>
            <a:chExt cx="14400" cy="10277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10277"/>
            </a:xfrm>
            <a:prstGeom prst="rect">
              <a:avLst/>
            </a:prstGeom>
          </p:spPr>
        </p:pic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_rc_hardware_ppa"/>
          <p:cNvPicPr>
            <a:picLocks noChangeAspect="1"/>
          </p:cNvPicPr>
          <p:nvPr/>
        </p:nvPicPr>
        <p:blipFill>
          <a:blip r:embed="rId1"/>
          <a:srcRect t="7553"/>
          <a:stretch>
            <a:fillRect/>
          </a:stretch>
        </p:blipFill>
        <p:spPr>
          <a:xfrm>
            <a:off x="0" y="659765"/>
            <a:ext cx="9144000" cy="603123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0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408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5_09_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502920"/>
            <a:ext cx="2810256" cy="28998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5_09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872" y="502920"/>
            <a:ext cx="2810256" cy="23643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5_09_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5144" y="502920"/>
            <a:ext cx="2810256" cy="23690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10.png"/>
          <p:cNvPicPr>
            <a:picLocks noChangeAspect="1"/>
          </p:cNvPicPr>
          <p:nvPr/>
        </p:nvPicPr>
        <p:blipFill>
          <a:blip r:embed="rId1"/>
          <a:srcRect t="13409"/>
          <a:stretch>
            <a:fillRect/>
          </a:stretch>
        </p:blipFill>
        <p:spPr>
          <a:xfrm>
            <a:off x="228600" y="1073150"/>
            <a:ext cx="8686800" cy="36823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</Words>
  <Application>WPS 演示</Application>
  <PresentationFormat>宽屏</PresentationFormat>
  <Paragraphs>66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103</cp:revision>
  <dcterms:created xsi:type="dcterms:W3CDTF">2023-08-09T12:44:00Z</dcterms:created>
  <dcterms:modified xsi:type="dcterms:W3CDTF">2026-07-08T14:19:17Z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