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65" r:id="rId4"/>
    <p:sldId id="266" r:id="rId5"/>
    <p:sldId id="267" r:id="rId6"/>
    <p:sldId id="268" r:id="rId7"/>
    <p:sldId id="269" r:id="rId8"/>
    <p:sldId id="270" r:id="rId9"/>
    <p:sldId id="271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101"/>
    <a:srgbClr val="010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AUTOFIG:ch05_09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216535" y="329565"/>
            <a:ext cx="8926830" cy="6313170"/>
            <a:chOff x="341" y="519"/>
            <a:chExt cx="14058" cy="9942"/>
          </a:xfrm>
        </p:grpSpPr>
        <p:pic>
          <p:nvPicPr>
            <p:cNvPr id="3" name="图片 2" descr="ch05_principl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1" y="519"/>
              <a:ext cx="14059" cy="9943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1119" y="5620"/>
              <a:ext cx="230" cy="2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6137" y="5620"/>
              <a:ext cx="230" cy="2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1218" y="5620"/>
              <a:ext cx="304" cy="2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070701" y="341296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22841" y="341233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61754" y="341296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61754" y="22971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0" y="1245235"/>
            <a:ext cx="9144000" cy="4753610"/>
            <a:chOff x="0" y="1961"/>
            <a:chExt cx="14400" cy="748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t="7522"/>
            <a:stretch>
              <a:fillRect/>
            </a:stretch>
          </p:blipFill>
          <p:spPr>
            <a:xfrm>
              <a:off x="0" y="1961"/>
              <a:ext cx="14400" cy="7487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495" y="2017"/>
              <a:ext cx="295" cy="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495" y="5736"/>
              <a:ext cx="295" cy="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313" y="5734"/>
              <a:ext cx="295" cy="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1047" y="5741"/>
              <a:ext cx="295" cy="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1459" y="2019"/>
              <a:ext cx="295" cy="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009" y="1999"/>
              <a:ext cx="295" cy="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-44767" y="1135063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47683" y="1134428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483" y="1135063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44767" y="3511550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47683" y="3511550"/>
            <a:ext cx="466090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e)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46483" y="3547745"/>
            <a:ext cx="466090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200" b="1">
                <a:latin typeface="Arial" panose="020B0604020202020204" pitchFamily="34" charset="0"/>
                <a:cs typeface="Arial" panose="020B0604020202020204" pitchFamily="34" charset="0"/>
              </a:rPr>
              <a:t>f)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0" y="625475"/>
            <a:ext cx="9144000" cy="6078220"/>
            <a:chOff x="0" y="985"/>
            <a:chExt cx="14400" cy="957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t="7194"/>
            <a:stretch>
              <a:fillRect/>
            </a:stretch>
          </p:blipFill>
          <p:spPr>
            <a:xfrm>
              <a:off x="0" y="985"/>
              <a:ext cx="14400" cy="9572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557" y="1049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424" y="1049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8289" y="581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539" y="581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6036" y="51546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13885" y="51546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036" y="354822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96740" y="354822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0" y="660400"/>
            <a:ext cx="9144000" cy="6042660"/>
            <a:chOff x="0" y="1040"/>
            <a:chExt cx="14400" cy="951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t="7736"/>
            <a:stretch>
              <a:fillRect/>
            </a:stretch>
          </p:blipFill>
          <p:spPr>
            <a:xfrm>
              <a:off x="0" y="1040"/>
              <a:ext cx="14400" cy="9517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2182" y="104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274" y="104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9161" y="5792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785" y="5801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7466" y="49831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79620" y="49831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466" y="355965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3905" y="355965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0" y="654685"/>
            <a:ext cx="9144000" cy="6040120"/>
            <a:chOff x="0" y="1031"/>
            <a:chExt cx="14400" cy="951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t="7542"/>
            <a:stretch>
              <a:fillRect/>
            </a:stretch>
          </p:blipFill>
          <p:spPr>
            <a:xfrm>
              <a:off x="0" y="1031"/>
              <a:ext cx="14400" cy="9513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544" y="1049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8960" y="1049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835" y="582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516" y="582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-66834" y="48688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73905" y="48688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66834" y="351393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3905" y="351393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0" y="467995"/>
            <a:ext cx="9144000" cy="6051550"/>
            <a:chOff x="0" y="1007"/>
            <a:chExt cx="14400" cy="953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t="7259"/>
            <a:stretch>
              <a:fillRect/>
            </a:stretch>
          </p:blipFill>
          <p:spPr>
            <a:xfrm>
              <a:off x="0" y="1007"/>
              <a:ext cx="14400" cy="9531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2156" y="101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912" y="101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424" y="5805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9451" y="5805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-9684" y="32686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31055" y="32686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9684" y="335391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31055" y="335391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0" y="659765"/>
            <a:ext cx="9144000" cy="6031230"/>
            <a:chOff x="0" y="1039"/>
            <a:chExt cx="14400" cy="949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t="7553"/>
            <a:stretch>
              <a:fillRect/>
            </a:stretch>
          </p:blipFill>
          <p:spPr>
            <a:xfrm>
              <a:off x="0" y="1039"/>
              <a:ext cx="14400" cy="9498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732" y="1039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064" y="1039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607" y="5736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832" y="5736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0321" y="52117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91050" y="521176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321" y="349107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91050" y="3491071"/>
            <a:ext cx="466249" cy="32861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05_09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2810256" cy="2893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pic>
        <p:nvPicPr>
          <p:cNvPr id="5" name="Picture 4" descr="ch05_09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872" y="502920"/>
            <a:ext cx="2810256" cy="2355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2592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pic>
        <p:nvPicPr>
          <p:cNvPr id="7" name="Picture 6" descr="ch05_09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144" y="502920"/>
            <a:ext cx="2810256" cy="23560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50864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WPS 演示</Application>
  <PresentationFormat>宽屏</PresentationFormat>
  <Paragraphs>60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邵东一中_张锦程</cp:lastModifiedBy>
  <cp:revision>91</cp:revision>
  <dcterms:created xsi:type="dcterms:W3CDTF">2023-08-09T12:44:00Z</dcterms:created>
  <dcterms:modified xsi:type="dcterms:W3CDTF">2026-05-28T17:24:06Z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F951B98DC2504E99AC8F256EF7E65BFC_12</vt:lpwstr>
  </property>
</Properties>
</file>