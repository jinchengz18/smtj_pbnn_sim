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65" r:id="rId4"/>
    <p:sldId id="266" r:id="rId5"/>
    <p:sldId id="267" r:id="rId6"/>
    <p:sldId id="268" r:id="rId7"/>
    <p:sldId id="269" r:id="rId8"/>
    <p:sldId id="270" r:id="rId9"/>
    <p:sldId id="271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AUTOFIG:ch05_09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组合 9"/>
          <p:cNvGrpSpPr/>
          <p:nvPr/>
        </p:nvGrpSpPr>
        <p:grpSpPr>
          <a:xfrm>
            <a:off x="216535" y="329565"/>
            <a:ext cx="8926830" cy="6313170"/>
            <a:chOff x="341" y="519"/>
            <a:chExt cx="14058" cy="9942"/>
          </a:xfrm>
        </p:grpSpPr>
        <p:pic>
          <p:nvPicPr>
            <p:cNvPr id="3" name="图片 2" descr="ch05_principl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41" y="519"/>
              <a:ext cx="14059" cy="994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1119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6137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11218" y="5620"/>
              <a:ext cx="304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070701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123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1754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61754" y="2297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25475"/>
            <a:ext cx="9144000" cy="6078220"/>
            <a:chOff x="0" y="985"/>
            <a:chExt cx="14400" cy="957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194"/>
            <a:stretch>
              <a:fillRect/>
            </a:stretch>
          </p:blipFill>
          <p:spPr>
            <a:xfrm>
              <a:off x="0" y="985"/>
              <a:ext cx="14400" cy="9572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57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42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828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53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4685"/>
            <a:ext cx="9144000" cy="6040120"/>
            <a:chOff x="0" y="1031"/>
            <a:chExt cx="14400" cy="951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42"/>
            <a:stretch>
              <a:fillRect/>
            </a:stretch>
          </p:blipFill>
          <p:spPr>
            <a:xfrm>
              <a:off x="0" y="1031"/>
              <a:ext cx="14400" cy="9513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4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8960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835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516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467995"/>
            <a:ext cx="9144000" cy="6051550"/>
            <a:chOff x="0" y="1007"/>
            <a:chExt cx="14400" cy="9530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953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56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912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9765"/>
            <a:ext cx="9144000" cy="6031230"/>
            <a:chOff x="0" y="1039"/>
            <a:chExt cx="14400" cy="9498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53"/>
            <a:stretch>
              <a:fillRect/>
            </a:stretch>
          </p:blipFill>
          <p:spPr>
            <a:xfrm>
              <a:off x="0" y="1039"/>
              <a:ext cx="14400" cy="9498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732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064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607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832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5_09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8934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5_09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37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5_09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348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WPS 演示</Application>
  <PresentationFormat>宽屏</PresentationFormat>
  <Paragraphs>60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91</cp:revision>
  <dcterms:created xsi:type="dcterms:W3CDTF">2023-08-09T12:44:00Z</dcterms:created>
  <dcterms:modified xsi:type="dcterms:W3CDTF">2026-05-28T17:24:06Z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