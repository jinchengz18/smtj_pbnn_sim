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3" r:id="rId3"/>
    <p:sldId id="265" r:id="rId5"/>
    <p:sldId id="266" r:id="rId6"/>
    <p:sldId id="267" r:id="rId7"/>
    <p:sldId id="268" r:id="rId8"/>
    <p:sldId id="275" r:id="rId18"/>
    <p:sldId id="277" r:id="rId20"/>
    <p:sldId id="269" r:id="rId9"/>
    <p:sldId id="270" r:id="rId10"/>
    <p:sldId id="272" r:id="rId11"/>
    <p:sldId id="271" r:id="rId12"/>
    <p:sldId id="274" r:id="rId17"/>
    <p:sldId id="276" r:id="rId19"/>
    <p:sldId id="273" r:id="rId1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" name="图片 10" descr="05_reservoir_computing_principl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342900"/>
            <a:ext cx="8967470" cy="634238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070701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222841" y="34294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90329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-90329" y="2297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0" y="1245235"/>
            <a:ext cx="9144000" cy="4753610"/>
            <a:chOff x="0" y="1961"/>
            <a:chExt cx="14400" cy="748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22"/>
            <a:stretch>
              <a:fillRect/>
            </a:stretch>
          </p:blipFill>
          <p:spPr>
            <a:xfrm>
              <a:off x="0" y="1961"/>
              <a:ext cx="14400" cy="748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495" y="2017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495" y="5736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6313" y="5734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1047" y="5741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11459" y="201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009" y="199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13442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51155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51155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54774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5_rc_device_optimization"/>
          <p:cNvPicPr>
            <a:picLocks noChangeAspect="1"/>
          </p:cNvPicPr>
          <p:nvPr/>
        </p:nvPicPr>
        <p:blipFill>
          <a:blip r:embed="rId1"/>
          <a:srcRect t="5517"/>
          <a:stretch>
            <a:fillRect/>
          </a:stretch>
        </p:blipFill>
        <p:spPr>
          <a:xfrm>
            <a:off x="0" y="515620"/>
            <a:ext cx="9144000" cy="618807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6036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413885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6036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396740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60400"/>
            <a:ext cx="9144000" cy="6042660"/>
            <a:chOff x="0" y="1040"/>
            <a:chExt cx="14400" cy="951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736"/>
            <a:stretch>
              <a:fillRect/>
            </a:stretch>
          </p:blipFill>
          <p:spPr>
            <a:xfrm>
              <a:off x="0" y="1040"/>
              <a:ext cx="14400" cy="10315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82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274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161" y="5792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785" y="580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47466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9620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466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7_rc_robustness"/>
          <p:cNvPicPr>
            <a:picLocks noChangeAspect="1"/>
          </p:cNvPicPr>
          <p:nvPr/>
        </p:nvPicPr>
        <p:blipFill>
          <a:blip r:embed="rId1"/>
          <a:srcRect t="7328"/>
          <a:stretch>
            <a:fillRect/>
          </a:stretch>
        </p:blipFill>
        <p:spPr>
          <a:xfrm>
            <a:off x="0" y="640715"/>
            <a:ext cx="9144000" cy="60547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66834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3905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66834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191770"/>
            <a:ext cx="9144000" cy="6525895"/>
            <a:chOff x="0" y="1007"/>
            <a:chExt cx="14400" cy="10277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259"/>
            <a:stretch>
              <a:fillRect/>
            </a:stretch>
          </p:blipFill>
          <p:spPr>
            <a:xfrm>
              <a:off x="0" y="1007"/>
              <a:ext cx="14400" cy="10277"/>
            </a:xfrm>
            <a:prstGeom prst="rect">
              <a:avLst/>
            </a:prstGeom>
          </p:spPr>
        </p:pic>
        <p:sp>
          <p:nvSpPr>
            <p:cNvPr id="7" name="矩形 6"/>
            <p:cNvSpPr/>
            <p:nvPr/>
          </p:nvSpPr>
          <p:spPr>
            <a:xfrm>
              <a:off x="2424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451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9684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9684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631055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6_rc_hardware_ppa"/>
          <p:cNvPicPr>
            <a:picLocks noChangeAspect="1"/>
          </p:cNvPicPr>
          <p:nvPr/>
        </p:nvPicPr>
        <p:blipFill>
          <a:blip r:embed="rId1"/>
          <a:srcRect t="7553"/>
          <a:stretch>
            <a:fillRect/>
          </a:stretch>
        </p:blipFill>
        <p:spPr>
          <a:xfrm>
            <a:off x="0" y="659765"/>
            <a:ext cx="9144000" cy="603123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0321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91050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321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91050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0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5408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502920"/>
            <a:ext cx="2810256" cy="28998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872" y="502920"/>
            <a:ext cx="2810256" cy="23643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05144" y="502920"/>
            <a:ext cx="2810256" cy="23690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10.png"/>
          <p:cNvPicPr>
            <a:picLocks noChangeAspect="1"/>
          </p:cNvPicPr>
          <p:nvPr/>
        </p:nvPicPr>
        <p:blipFill>
          <a:blip r:embed="rId1"/>
          <a:srcRect t="13409"/>
          <a:stretch>
            <a:fillRect/>
          </a:stretch>
        </p:blipFill>
        <p:spPr>
          <a:xfrm>
            <a:off x="228600" y="1073150"/>
            <a:ext cx="8686800" cy="36823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3760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1841" y="36167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54206" y="36167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505" y="40148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2360" y="40148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34_dualmode_working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6032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29_esp_cer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5920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9992" y="37234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9987" y="37234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</Words>
  <Application>WPS 演示</Application>
  <PresentationFormat>宽屏</PresentationFormat>
  <Paragraphs>66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103</cp:revision>
  <dcterms:created xsi:type="dcterms:W3CDTF">2023-08-09T12:44:00Z</dcterms:created>
  <dcterms:modified xsi:type="dcterms:W3CDTF">2026-07-08T14:19:17Z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