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69" r:id="rId9"/>
    <p:sldId id="270" r:id="rId10"/>
    <p:sldId id="272" r:id="rId11"/>
    <p:sldId id="271" r:id="rId12"/>
    <p:sldId id="273" r:id="rId13"/>
    <p:sldId id="274" r:id="rId1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10315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3760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1841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54206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