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5" r:id="rId4"/>
    <p:sldId id="266" r:id="rId5"/>
    <p:sldId id="267" r:id="rId6"/>
    <p:sldId id="268" r:id="rId7"/>
    <p:sldId id="269" r:id="rId8"/>
    <p:sldId id="270" r:id="rId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010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0" name="组合 9"/>
          <p:cNvGrpSpPr/>
          <p:nvPr/>
        </p:nvGrpSpPr>
        <p:grpSpPr>
          <a:xfrm>
            <a:off x="216535" y="329565"/>
            <a:ext cx="8926830" cy="6313170"/>
            <a:chOff x="341" y="519"/>
            <a:chExt cx="14058" cy="9942"/>
          </a:xfrm>
        </p:grpSpPr>
        <p:pic>
          <p:nvPicPr>
            <p:cNvPr id="3" name="图片 2" descr="ch05_principle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341" y="519"/>
              <a:ext cx="14059" cy="9943"/>
            </a:xfrm>
            <a:prstGeom prst="rect">
              <a:avLst/>
            </a:prstGeom>
          </p:spPr>
        </p:pic>
        <p:sp>
          <p:nvSpPr>
            <p:cNvPr id="2" name="矩形 1"/>
            <p:cNvSpPr/>
            <p:nvPr/>
          </p:nvSpPr>
          <p:spPr>
            <a:xfrm>
              <a:off x="1119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6137" y="5620"/>
              <a:ext cx="230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11218" y="5620"/>
              <a:ext cx="304" cy="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070701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222841" y="34123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-61754" y="34129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-61754" y="2297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0" y="1245235"/>
            <a:ext cx="9144000" cy="4753610"/>
            <a:chOff x="0" y="1961"/>
            <a:chExt cx="14400" cy="748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22"/>
            <a:stretch>
              <a:fillRect/>
            </a:stretch>
          </p:blipFill>
          <p:spPr>
            <a:xfrm>
              <a:off x="0" y="1961"/>
              <a:ext cx="14400" cy="748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495" y="2017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495" y="5736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6313" y="5734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1047" y="5741"/>
              <a:ext cx="295" cy="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11459" y="201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6009" y="1999"/>
              <a:ext cx="295" cy="2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13442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1350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51155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51155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54774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25475"/>
            <a:ext cx="9144000" cy="6078220"/>
            <a:chOff x="0" y="985"/>
            <a:chExt cx="14400" cy="957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194"/>
            <a:stretch>
              <a:fillRect/>
            </a:stretch>
          </p:blipFill>
          <p:spPr>
            <a:xfrm>
              <a:off x="0" y="985"/>
              <a:ext cx="14400" cy="9572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57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42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828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539" y="58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6036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413885" y="5154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6036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396740" y="354822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60400"/>
            <a:ext cx="9144000" cy="6042660"/>
            <a:chOff x="0" y="1040"/>
            <a:chExt cx="14400" cy="9516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736"/>
            <a:stretch>
              <a:fillRect/>
            </a:stretch>
          </p:blipFill>
          <p:spPr>
            <a:xfrm>
              <a:off x="0" y="1040"/>
              <a:ext cx="14400" cy="9517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82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274" y="104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9161" y="5792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785" y="580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47466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9620" y="4983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7466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5965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4685"/>
            <a:ext cx="9144000" cy="6040120"/>
            <a:chOff x="0" y="1031"/>
            <a:chExt cx="14400" cy="9512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42"/>
            <a:stretch>
              <a:fillRect/>
            </a:stretch>
          </p:blipFill>
          <p:spPr>
            <a:xfrm>
              <a:off x="0" y="1031"/>
              <a:ext cx="14400" cy="9513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544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8960" y="104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835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516" y="582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66834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73905" y="48688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66834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73905" y="351393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467995"/>
            <a:ext cx="9144000" cy="6051550"/>
            <a:chOff x="0" y="1007"/>
            <a:chExt cx="14400" cy="953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259"/>
            <a:stretch>
              <a:fillRect/>
            </a:stretch>
          </p:blipFill>
          <p:spPr>
            <a:xfrm>
              <a:off x="0" y="1007"/>
              <a:ext cx="14400" cy="953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2156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912" y="101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2424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9451" y="580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9684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2686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-9684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631055" y="335391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0" y="659765"/>
            <a:ext cx="9144000" cy="6031230"/>
            <a:chOff x="0" y="1039"/>
            <a:chExt cx="14400" cy="949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rcRect t="7553"/>
            <a:stretch>
              <a:fillRect/>
            </a:stretch>
          </p:blipFill>
          <p:spPr>
            <a:xfrm>
              <a:off x="0" y="1039"/>
              <a:ext cx="14400" cy="9498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732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9064" y="1039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607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832" y="5736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30321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591050" y="52117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0321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591050" y="34910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</Words>
  <Application>WPS 演示</Application>
  <PresentationFormat>宽屏</PresentationFormat>
  <Paragraphs>60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91</cp:revision>
  <dcterms:created xsi:type="dcterms:W3CDTF">2023-08-09T12:44:00Z</dcterms:created>
  <dcterms:modified xsi:type="dcterms:W3CDTF">2026-05-28T17:24:06Z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F951B98DC2504E99AC8F256EF7E65BFC_12</vt:lpwstr>
  </property>
</Properties>
</file>